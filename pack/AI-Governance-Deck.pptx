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Governance Starter Kit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Internal Kick-off Deck</a:t>
            </a:r>
          </a:p>
          <a:p>
            <a:r>
              <a:t>[Your Company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What's Included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AI Usage Policy</a:t>
            </a:r>
          </a:p>
          <a:p>
            <a:r>
              <a:t>- AI Systems Register</a:t>
            </a:r>
          </a:p>
          <a:p>
            <a:r>
              <a:t>- Incident Response Log</a:t>
            </a:r>
          </a:p>
          <a:p>
            <a:r>
              <a:t>- Internal Review SOP</a:t>
            </a:r>
          </a:p>
          <a:p>
            <a:r>
              <a:t>- Vendor Assessment Checklist</a:t>
            </a:r>
          </a:p>
          <a:p>
            <a:r>
              <a:t>- Implementation Guide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Document AI use for compliance</a:t>
            </a:r>
          </a:p>
          <a:p>
            <a:r>
              <a:t>- Protect against AI incidents</a:t>
            </a:r>
          </a:p>
          <a:p>
            <a:r>
              <a:t>- Show due diligence to stakeholders</a:t>
            </a:r>
          </a:p>
          <a:p>
            <a:r>
              <a:t>- Save time vs building from scratch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Step 1: Customize placeholders [Your Company Name]</a:t>
            </a:r>
          </a:p>
          <a:p>
            <a:r>
              <a:t>Step 2: Fill in the AI Systems Register</a:t>
            </a:r>
          </a:p>
          <a:p>
            <a:r>
              <a:t>Step 3: Share policy with team</a:t>
            </a:r>
          </a:p>
          <a:p>
            <a:r>
              <a:t>Step 4: Schedule quarterly reviews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Review this deck</a:t>
            </a:r>
          </a:p>
          <a:p>
            <a:r>
              <a:t>2. Customize documents</a:t>
            </a:r>
          </a:p>
          <a:p>
            <a:r>
              <a:t>3. Brief leadership</a:t>
            </a:r>
          </a:p>
          <a:p>
            <a:r>
              <a:t>4. Implement within 30 days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Contact: [Your Contact]</a:t>
            </a:r>
          </a:p>
          <a:p>
            <a:r>
              <a:t>[Your Email]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